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2154" y="3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{{ company | format_string('upper') }}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Strategic Review | {{ founded_date | format_date('year') 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Scorecard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400"/>
            </a:pPr>
            <a:r>
              <a:t>Q4 Revenue: {{ revenue_q4 | format_currency('USD') }}</a:t>
            </a:r>
          </a:p>
          <a:p>
            <a:pPr>
              <a:defRPr sz="2400"/>
            </a:pPr>
            <a:r>
              <a:t>Growth: {{ growth_pct | format_number('percent', '2') }}</a:t>
            </a:r>
          </a:p>
          <a:p>
            <a:pPr>
              <a:defRPr b="1"/>
            </a:pPr>
            <a:r>
              <a:t>Risk Level: {{ risk_score | format_logic('10=LOW (Green)', '20=MED (Yellow)', '30=HIGH (Red)', 'default', 'UNRATED') 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Text &amp; Logic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Company: {{ company | format_string('upper') }}</a:t>
            </a:r>
          </a:p>
          <a:p>
            <a:r>
              <a:t>Masked Email: {{ email_contact | format_mask('email') }}</a:t>
            </a:r>
          </a:p>
          <a:p>
            <a:r>
              <a:t>Masked Card: {{ card_token | format_mask('credit_card') 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Boolean Visuals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Is Public? {{ is_public | format_bool('check') }}</a:t>
            </a:r>
          </a:p>
          <a:p>
            <a:r>
              <a:t>Compliance? [ {{ compliance_check | format_bool('check') }}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174</Words>
  <Application>Microsoft Office PowerPoint</Application>
  <PresentationFormat>Apresentação na tela (4:3)</PresentationFormat>
  <Paragraphs>15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{{ company | format_string('upper') }}</vt:lpstr>
      <vt:lpstr>Financial Scorecard</vt:lpstr>
      <vt:lpstr>Text &amp; Logic Tests</vt:lpstr>
      <vt:lpstr>Boolean Visuals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Rubens Braz</cp:lastModifiedBy>
  <cp:revision>2</cp:revision>
  <dcterms:created xsi:type="dcterms:W3CDTF">2013-01-27T09:14:16Z</dcterms:created>
  <dcterms:modified xsi:type="dcterms:W3CDTF">2026-01-24T07:28:50Z</dcterms:modified>
  <cp:category/>
</cp:coreProperties>
</file>