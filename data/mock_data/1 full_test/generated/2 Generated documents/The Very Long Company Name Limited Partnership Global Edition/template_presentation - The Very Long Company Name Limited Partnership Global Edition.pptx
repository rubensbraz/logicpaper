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215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VERY LONG COMPANY NAME LIMITED PARTNERSHIP GLOBAL EDITION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Review | 1900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Q4 Revenue: US$ 9.999.999,99</a:t>
            </a:r>
          </a:p>
          <a:p>
            <a:pPr>
              <a:defRPr sz="2400"/>
            </a:pPr>
            <a:r>
              <a:t>Growth: 100%</a:t>
            </a:r>
          </a:p>
          <a:p>
            <a:pPr>
              <a:defRPr b="1"/>
            </a:pPr>
            <a:r>
              <a:t>Risk Level: LOW (Green)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Text &amp; Logic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Company: THE VERY LONG COMPANY NAME LIMITED PARTNERSHIP GLOBAL EDITION</a:t>
            </a:r>
          </a:p>
          <a:p>
            <a:r>
              <a:t>Masked Email: c***@verylongdomainnamecompany.com</a:t>
            </a:r>
          </a:p>
          <a:p>
            <a:r>
              <a:t>Masked Card: **** **** **** 1111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Is Public? ☑</a:t>
            </a:r>
          </a:p>
          <a:p>
            <a:r>
              <a:t>Compliance? [ ☑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</Words>
  <Application>Microsoft Office PowerPoint</Application>
  <PresentationFormat>Apresentação na tela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{{ company | format_string('upper') }}</vt:lpstr>
      <vt:lpstr>Financial Scorecard</vt:lpstr>
      <vt:lpstr>Text &amp; Logic Tests</vt:lpstr>
      <vt:lpstr>Boolean Visuals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Rubens Braz</cp:lastModifiedBy>
  <cp:revision>2</cp:revision>
  <dcterms:created xsi:type="dcterms:W3CDTF">2013-01-27T09:14:16Z</dcterms:created>
  <dcterms:modified xsi:type="dcterms:W3CDTF">2026-01-24T07:28:50Z</dcterms:modified>
  <cp:category/>
</cp:coreProperties>
</file>