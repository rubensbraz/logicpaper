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{{ company | format_string('upper') }}</a:t>
            </a:r>
          </a:p>
          <a:p>
            <a:r>
              <a:t>Masked Email: {{ email_contact | format_mask('email') }}</a:t>
            </a:r>
          </a:p>
          <a:p>
            <a:r>
              <a:t>Masked Card: {{ card_token | format_mask('credit_card')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Is Public? {{ is_public | format_bool('check') }}</a:t>
            </a:r>
          </a:p>
          <a:p>
            <a:r>
              <a:t>Compliance? [ {{ compliance_check | format_bool('check') }}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