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{{ company | format_string('upper') }}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Strategic Review | {{ founded_date | format_date('year')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Financial Scorecard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Q4 Revenue: {{ revenue_q4 | format_currency('USD') }}</a:t>
            </a:r>
          </a:p>
          <a:p>
            <a:pPr>
              <a:defRPr sz="2400"/>
            </a:pPr>
            <a:r>
              <a:t>Growth: {{ growth_pct | format_number('percent', '2') }}</a:t>
            </a:r>
          </a:p>
          <a:p>
            <a:pPr>
              <a:defRPr b="1"/>
            </a:pPr>
            <a:r>
              <a:t>Risk Level: {{ risk_score | format_logic('10=LOW (Green)', '20=MED (Yellow)', '30=HIGH (Red)', 'default', 'UNRATED')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