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Client Overview: {{ client_name | format_string('title') 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on: {{ contract_date | format_date('medium')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&amp; Status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Metrics:</a:t>
            </a:r>
          </a:p>
          <a:p>
            <a:pPr lvl="1"/>
            <a:r>
              <a:t>Contract Value (BRL): {{ contract_value | format_currency('BRL') }}</a:t>
            </a:r>
          </a:p>
          <a:p>
            <a:pPr lvl="1"/>
            <a:r>
              <a:t>Current Status: {{ status_code | format_logic('10=Green (Go)', '20=Yellow (Hold)', 'Red (Stop)')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Audit Checkpoints (Boolean Formats)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Is Active User? -&gt; {{ is_active | format_bool('truefalse') }}</a:t>
            </a:r>
          </a:p>
          <a:p>
            <a:r>
              <a:t>Debt Clearance Checkbox: [ {{ has_debt | format_bool('checkbox') }}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