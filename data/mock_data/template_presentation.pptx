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Proposal for {{ client_name 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Value: {{ contract_value }} | Date: {{ start_date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Risk Status: {{ risk_level }}</a:t>
            </a:r>
          </a:p>
          <a:p>
            <a:pPr lvl="1"/>
            <a:r>
              <a:t>Tax ID Reference: {{ tax_id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Confidential - DocGenius 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